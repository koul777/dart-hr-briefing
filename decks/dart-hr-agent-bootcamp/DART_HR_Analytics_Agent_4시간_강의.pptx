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08383-7fl5aspyqt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08595-z48q0dhylq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08844-s2t7xuzbv1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09045-lza0cz58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09265-9gn6qxyqu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09461-j0sp2102hj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09672-8kqh2y008r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09885-ohf7tfgv1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0125-czmux06pj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0358-2xwcz4g3r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0563-vgcq407x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0787-h504txjr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0998-prxge6jc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1261-lhcs3ou4o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1554-yq6fsi7u0t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1837-mg8s0s5bx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2092-0evz8vstz72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2347-pr6eijxh9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2613-vpc26rkq9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2860-d3s787j4f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3118-t9fwxicx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3364-zjzqhnv8ms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3602-dcf1buul1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3849-h236egnt0d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4125-3vs5dbtxp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4378-muk841ry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4637-32bbdttauy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4898-ti7bbyz5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5183-b5fihpf54y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5461-npho0i0aq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5707-j7yzd0vz7y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6005-dd1xo3gtsy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6271-f65uad7wqh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6533-814xnffiwy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6779-ddpu5g1n4v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7024-1bcians0ah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7280-d2dqdm63q6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7538-l1trvy0kb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7792-d35y14lknp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8052-t87x9kjn6q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8334-vs8p9bb5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8614-arjgyec42p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8898-njg6y65x8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9169-4fjq08if00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9451-qeyd1fg74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9692-sc03nhhj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19947-lov4skz2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0213-9kp59uvqe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0490-g1z169nj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0751-7xuf1ebir5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1044-a684xa8tmc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1327-pkdlp3eg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1585-gu1xzsm23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1848-0qr9v8wqs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2094-1pdu85j5s3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2426-q8d8cktxi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2665-udwy3d2n2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2938-tdligjxwx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3260-lbm5yxd8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3516-z0o17n1o6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3753-g7q50xpzbq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4019-fxetkgiqf3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4303-9y2s2cmiel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4559-4z6z5crsab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4827-hzct2twfu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5104-6kjp21hjhr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5372-2zz22xvedz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5640-1unua98qq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5929-92axmwj411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6186-012k0xoy2nh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6440-z8v7onqm1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9909526688-215iirqvbi4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2026-09-20T13:05:26Z</dcterms:created>
  <dcterms:modified xsi:type="dcterms:W3CDTF">2026-09-20T13:05:26Z</dcterms:modified>
</cp:coreProperties>
</file>